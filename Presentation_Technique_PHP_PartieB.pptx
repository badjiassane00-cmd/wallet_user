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526"/>
                </a:solidFill>
              </a:rPr>
              <a:t>PARTIE 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Technique PHP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Professionnalisation &amp; Outils Modernes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51760"/>
            <a:ext cx="5029200" cy="384048"/>
          </a:xfrm>
          <a:prstGeom prst="roundRect">
            <a:avLst>
              <a:gd name="adj" fmla="val 11905"/>
            </a:avLst>
          </a:prstGeom>
          <a:solidFill>
            <a:srgbClr val="065A82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Fonctions Anonymes &amp; Closures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5029200" cy="384048"/>
          </a:xfrm>
          <a:prstGeom prst="roundRect">
            <a:avLst>
              <a:gd name="adj" fmla="val 11905"/>
            </a:avLst>
          </a:prstGeom>
          <a:solidFill>
            <a:srgbClr val="065A82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546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Fonctions Natives array_*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029200" cy="384048"/>
          </a:xfrm>
          <a:prstGeom prst="roundRect">
            <a:avLst>
              <a:gd name="adj" fmla="val 11905"/>
            </a:avLst>
          </a:prstGeom>
          <a:solidFill>
            <a:srgbClr val="065A82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576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Composer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5029200" cy="384048"/>
          </a:xfrm>
          <a:prstGeom prst="roundRect">
            <a:avLst>
              <a:gd name="adj" fmla="val 11905"/>
            </a:avLst>
          </a:prstGeom>
          <a:solidFill>
            <a:srgbClr val="065A82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605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Packagist.org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CE"/>
                </a:solidFill>
              </a:rPr>
              <a:t>E-Wallet PHP — Orange Digital Center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554480" y="3200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Fonctions Anonymes, Fléchées &amp; Closures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065A82">
              <a:alpha val="5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98448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anonyme est une fonction sans nom, assignable à une variable ou passée comme argument.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2128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2560320" cy="27432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70048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$greet = function($name)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'Bonjour ' . $name;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$greet('Assane');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214884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22128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Fléchée (Arrow fn)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2606040"/>
            <a:ext cx="2560320" cy="27432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670048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 = fn($x) =&gt; $x * 2;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$double(5); // 10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14884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0D6986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2128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606040"/>
            <a:ext cx="2560320" cy="27432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670048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$msg = 'Hello';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$fn = function() use ($msg)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$msg;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$fn();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E"/>
                </a:solidFill>
              </a:rPr>
              <a:t>01 / 04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d'usage concrets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624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dans array_map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 = array_map(fn($x) =&gt; $x * 2, [1, 2, 3]);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[2, 4, 6]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768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avec use (Closure)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8775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$min = 500;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 = array_filter($wallets, fn($w) =&gt; $w["solde"] &gt;= $min);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912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avec usort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0215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usort($wallets, fn($a, $b) =&gt; $a["solde"] &lt;=&gt; $b["solde"]);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1056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: fn() vs function()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1655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fn() capture auto les variables parentes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function() nécessite use ($var)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E"/>
                </a:solidFill>
              </a:rPr>
              <a:t>01 / 04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554480" y="3200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Fonctions Natives PHP sur les Tableaux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065A82">
              <a:alpha val="45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167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array_map()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 une fonction sur chaque élément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3533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array_map(fn($x) =&gt; $x * 2, $arr)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1C7293">
              <a:alpha val="45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0848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array_filter()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les éléments qui passent un test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array_filter($arr, fn($x) =&gt; $x &gt; 100)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16352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065A82">
              <a:alpha val="45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8529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array_search()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1455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 une valeur et retourne sa clé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88950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array_search('77001122', $phones)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584448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1C7293">
              <a:alpha val="45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6210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in_array()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si une valeur existe dans un tableau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36576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in_array('77001122', $phones)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352544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065A82">
              <a:alpha val="45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3891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array_values()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681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Réindexe les clés après un filter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442569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array_values(array_filter($arr, ...))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E"/>
                </a:solidFill>
              </a:rPr>
              <a:t>02 /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554480" y="384048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(boucle) vs Après (natif)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3D0000">
              <a:alpha val="80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53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Partie A — Boucle manuelle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trouverWallet($wallets, $tel)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$result =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foreach ($wallets as $w)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($w['tel'] === $tel)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$result = $w;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$result;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003D1A">
              <a:alpha val="8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53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Partie B — Fonction native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trouverWallet($wallets, $tel)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$results = array_filter(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$wallets,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fn($w) =&gt; $w['tel'] === $tel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array_values($results)[0] ??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283464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1526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E"/>
                </a:solidFill>
              </a:rPr>
              <a:t>02 /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554480" y="3200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Composer — Gestionnaire de Dépendances PHP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65A82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est l'outil standard de gestion des dépendances en PHP. Il permet d'installer, mettre à jour et autocharger des bibliothèques tierces via un fichier composer.json.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84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Installation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 vendor/package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Installe le paquet dans /vendor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084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Mise à jour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468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update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 à jour toutes les dépendances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5935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Autoload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'vendor/autoload.php';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 automatiquement toutes les classes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5204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5935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composer.json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977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"require":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"php": "&gt;=8.0"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E"/>
                </a:solidFill>
              </a:rPr>
              <a:t>03 / 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65A82">
              <a:alpha val="22000"/>
            </a:srgbClr>
          </a:solidFill>
          <a:ln w="12700">
            <a:solidFill>
              <a:srgbClr val="065A82">
                <a:alpha val="2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554480" y="384048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Packagist.org — Le Registre PHP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65A82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Packagist.org est le dépôt central de paquets PHP utilisé par Composer. Il recense plus de 400 000 paquets open source téléchargeables librement.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require ...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9456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68880" y="2057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composer.json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63440" y="2057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packagist.org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858000" y="2057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C7293">
              <a:alpha val="6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vendor/autoload.php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Paquets populaires sur Packagist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9417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monolog/monolog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3694176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PHP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65760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69417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guzzlehttp/guzzle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3694176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HTTP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6052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9709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symfony/console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17520" y="4197096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applications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416052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19709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phpunit/phpunit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4197096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CE"/>
                </a:solidFill>
              </a:rPr>
              <a:t>04 / 04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4572000" cy="45720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1234440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8229600" cy="713232"/>
          </a:xfrm>
          <a:prstGeom prst="roundRect">
            <a:avLst>
              <a:gd name="adj" fmla="val 11538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08760"/>
            <a:ext cx="502920" cy="621792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526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anonymes &amp; closures permettent un code plus flexible et expressif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713232"/>
          </a:xfrm>
          <a:prstGeom prst="roundRect">
            <a:avLst>
              <a:gd name="adj" fmla="val 11538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350008"/>
            <a:ext cx="502920" cy="621792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5000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526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350008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array_* remplacent avantageusement les boucles manuelles (code plus court et lisible)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8229600" cy="713232"/>
          </a:xfrm>
          <a:prstGeom prst="roundRect">
            <a:avLst>
              <a:gd name="adj" fmla="val 11538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191256"/>
            <a:ext cx="502920" cy="621792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9125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526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191256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automatise la gestion des dépendances et l'autoloading des classes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8229600" cy="713232"/>
          </a:xfrm>
          <a:prstGeom prst="roundRect">
            <a:avLst>
              <a:gd name="adj" fmla="val 11538"/>
            </a:avLst>
          </a:prstGeom>
          <a:solidFill>
            <a:srgbClr val="065A82">
              <a:alpha val="55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032504"/>
            <a:ext cx="502920" cy="621792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325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526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032504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Packagist.org est l'écosystème central PHP avec plus de 400 000 paquets disponibles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CE"/>
                </a:solidFill>
              </a:rPr>
              <a:t>Projet E-Wallet PHP — Orange Digital Center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Technique PHP - Partie B</dc:title>
  <dc:subject>PptxGenJS Presentation</dc:subject>
  <dc:creator>Assane Badji</dc:creator>
  <cp:lastModifiedBy>Assane Badji</cp:lastModifiedBy>
  <cp:revision>1</cp:revision>
  <dcterms:created xsi:type="dcterms:W3CDTF">2026-06-28T12:23:46Z</dcterms:created>
  <dcterms:modified xsi:type="dcterms:W3CDTF">2026-06-28T12:23:46Z</dcterms:modified>
</cp:coreProperties>
</file>